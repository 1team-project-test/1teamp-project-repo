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TT Commons Pro Bold" charset="1" panose="020B0103030102020204"/>
      <p:regular r:id="rId20"/>
    </p:embeddedFont>
    <p:embeddedFont>
      <p:font typeface="Arimo" charset="1" panose="020B0604020202020204"/>
      <p:regular r:id="rId21"/>
    </p:embeddedFont>
    <p:embeddedFont>
      <p:font typeface="TT Commons Pro" charset="1" panose="020B01030301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22328" y="0"/>
            <a:ext cx="20314425" cy="11094135"/>
          </a:xfrm>
          <a:custGeom>
            <a:avLst/>
            <a:gdLst/>
            <a:ahLst/>
            <a:cxnLst/>
            <a:rect r="r" b="b" t="t" l="l"/>
            <a:pathLst>
              <a:path h="11094135" w="20314425">
                <a:moveTo>
                  <a:pt x="0" y="0"/>
                </a:moveTo>
                <a:lnTo>
                  <a:pt x="20314425" y="0"/>
                </a:lnTo>
                <a:lnTo>
                  <a:pt x="20314425" y="11094135"/>
                </a:lnTo>
                <a:lnTo>
                  <a:pt x="0" y="11094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70" t="-1963" r="0" b="-9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012623" y="4514701"/>
            <a:ext cx="4636012" cy="6954018"/>
          </a:xfrm>
          <a:custGeom>
            <a:avLst/>
            <a:gdLst/>
            <a:ahLst/>
            <a:cxnLst/>
            <a:rect r="r" b="b" t="t" l="l"/>
            <a:pathLst>
              <a:path h="6954018" w="4636012">
                <a:moveTo>
                  <a:pt x="0" y="0"/>
                </a:moveTo>
                <a:lnTo>
                  <a:pt x="4636012" y="0"/>
                </a:lnTo>
                <a:lnTo>
                  <a:pt x="4636012" y="6954018"/>
                </a:lnTo>
                <a:lnTo>
                  <a:pt x="0" y="6954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" r="0" b="-3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6681" y="1028700"/>
            <a:ext cx="5674638" cy="1565005"/>
          </a:xfrm>
          <a:custGeom>
            <a:avLst/>
            <a:gdLst/>
            <a:ahLst/>
            <a:cxnLst/>
            <a:rect r="r" b="b" t="t" l="l"/>
            <a:pathLst>
              <a:path h="1565005" w="5674638">
                <a:moveTo>
                  <a:pt x="0" y="0"/>
                </a:moveTo>
                <a:lnTo>
                  <a:pt x="5674638" y="0"/>
                </a:lnTo>
                <a:lnTo>
                  <a:pt x="5674638" y="1565005"/>
                </a:lnTo>
                <a:lnTo>
                  <a:pt x="0" y="15650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43" t="0" r="-143" b="0"/>
            </a:stretch>
          </a:blipFill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291377" y="6953485"/>
          <a:ext cx="6624523" cy="1771650"/>
        </p:xfrm>
        <a:graphic>
          <a:graphicData uri="http://schemas.openxmlformats.org/drawingml/2006/table">
            <a:tbl>
              <a:tblPr/>
              <a:tblGrid>
                <a:gridCol w="1831617"/>
                <a:gridCol w="4792906"/>
              </a:tblGrid>
              <a:tr h="885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발표자 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1팀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58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날 짜 ㅣ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2026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5334000" y="2872362"/>
            <a:ext cx="7620000" cy="2104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pc="869" strike="noStrike" u="non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면접 </a:t>
            </a:r>
            <a:r>
              <a:rPr lang="en-US" b="true" sz="6000" spc="869" strike="noStrike" u="none">
                <a:solidFill>
                  <a:srgbClr val="FF8C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꼬리질문</a:t>
            </a:r>
            <a:r>
              <a:rPr lang="en-US" b="true" sz="6000" spc="869" strike="noStrike" u="none">
                <a:solidFill>
                  <a:srgbClr val="FFFFFF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 </a:t>
            </a:r>
          </a:p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b="true" sz="6000" spc="869" strike="noStrike" u="none">
                <a:solidFill>
                  <a:srgbClr val="000000"/>
                </a:solidFill>
                <a:latin typeface="TT Commons Pro Bold"/>
                <a:ea typeface="TT Commons Pro Bold"/>
                <a:cs typeface="TT Commons Pro Bold"/>
                <a:sym typeface="TT Commons Pro Bold"/>
              </a:rPr>
              <a:t>챗봇개발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21683" y="5675572"/>
            <a:ext cx="6044634" cy="53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AI기반 실전 면접 코칭시스템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953250"/>
            <a:ext cx="2667000" cy="3333750"/>
          </a:xfrm>
          <a:custGeom>
            <a:avLst/>
            <a:gdLst/>
            <a:ahLst/>
            <a:cxnLst/>
            <a:rect r="r" b="b" t="t" l="l"/>
            <a:pathLst>
              <a:path h="3333750" w="2667000">
                <a:moveTo>
                  <a:pt x="0" y="0"/>
                </a:moveTo>
                <a:lnTo>
                  <a:pt x="2667000" y="0"/>
                </a:lnTo>
                <a:lnTo>
                  <a:pt x="2667000" y="3333750"/>
                </a:lnTo>
                <a:lnTo>
                  <a:pt x="0" y="3333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954250" y="6096000"/>
            <a:ext cx="3776317" cy="4188279"/>
          </a:xfrm>
          <a:custGeom>
            <a:avLst/>
            <a:gdLst/>
            <a:ahLst/>
            <a:cxnLst/>
            <a:rect r="r" b="b" t="t" l="l"/>
            <a:pathLst>
              <a:path h="4188279" w="3776317">
                <a:moveTo>
                  <a:pt x="0" y="0"/>
                </a:moveTo>
                <a:lnTo>
                  <a:pt x="3776317" y="0"/>
                </a:lnTo>
                <a:lnTo>
                  <a:pt x="3776317" y="4188279"/>
                </a:lnTo>
                <a:lnTo>
                  <a:pt x="0" y="4188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59" t="-2859" r="-2859" b="-2859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619500" y="1825307"/>
            <a:ext cx="10699411" cy="1714500"/>
            <a:chOff x="0" y="0"/>
            <a:chExt cx="14265882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265881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265881">
                  <a:moveTo>
                    <a:pt x="466883" y="0"/>
                  </a:moveTo>
                  <a:lnTo>
                    <a:pt x="13798998" y="0"/>
                  </a:lnTo>
                  <a:cubicBezTo>
                    <a:pt x="14056851" y="0"/>
                    <a:pt x="14265881" y="102348"/>
                    <a:pt x="14265881" y="228600"/>
                  </a:cubicBezTo>
                  <a:lnTo>
                    <a:pt x="14265881" y="2057400"/>
                  </a:lnTo>
                  <a:cubicBezTo>
                    <a:pt x="14265881" y="2183652"/>
                    <a:pt x="14056851" y="2286000"/>
                    <a:pt x="13798998" y="2286000"/>
                  </a:cubicBezTo>
                  <a:lnTo>
                    <a:pt x="466883" y="2286000"/>
                  </a:lnTo>
                  <a:cubicBezTo>
                    <a:pt x="209031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209031" y="0"/>
                    <a:pt x="466883" y="0"/>
                  </a:cubicBezTo>
                  <a:close/>
                </a:path>
              </a:pathLst>
            </a:custGeom>
            <a:solidFill>
              <a:srgbClr val="FFF9EC"/>
            </a:solidFill>
            <a:ln w="85725" cap="sq">
              <a:solidFill>
                <a:srgbClr val="EFD9BD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265882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5165169" y="1994885"/>
            <a:ext cx="0" cy="1333500"/>
          </a:xfrm>
          <a:prstGeom prst="line">
            <a:avLst/>
          </a:prstGeom>
          <a:ln cap="flat" w="19050">
            <a:solidFill>
              <a:srgbClr val="EFD9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619500" y="3920807"/>
            <a:ext cx="10699411" cy="1714500"/>
            <a:chOff x="0" y="0"/>
            <a:chExt cx="14265882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265881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265881">
                  <a:moveTo>
                    <a:pt x="466883" y="0"/>
                  </a:moveTo>
                  <a:lnTo>
                    <a:pt x="13798998" y="0"/>
                  </a:lnTo>
                  <a:cubicBezTo>
                    <a:pt x="14056851" y="0"/>
                    <a:pt x="14265881" y="102348"/>
                    <a:pt x="14265881" y="228600"/>
                  </a:cubicBezTo>
                  <a:lnTo>
                    <a:pt x="14265881" y="2057400"/>
                  </a:lnTo>
                  <a:cubicBezTo>
                    <a:pt x="14265881" y="2183652"/>
                    <a:pt x="14056851" y="2286000"/>
                    <a:pt x="13798998" y="2286000"/>
                  </a:cubicBezTo>
                  <a:lnTo>
                    <a:pt x="466883" y="2286000"/>
                  </a:lnTo>
                  <a:cubicBezTo>
                    <a:pt x="209031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209031" y="0"/>
                    <a:pt x="466883" y="0"/>
                  </a:cubicBezTo>
                  <a:close/>
                </a:path>
              </a:pathLst>
            </a:custGeom>
            <a:solidFill>
              <a:srgbClr val="FFF9EC"/>
            </a:solidFill>
            <a:ln w="85725" cap="sq">
              <a:solidFill>
                <a:srgbClr val="EFD9BD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4265882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5165169" y="4090385"/>
            <a:ext cx="0" cy="1333500"/>
          </a:xfrm>
          <a:prstGeom prst="line">
            <a:avLst/>
          </a:prstGeom>
          <a:ln cap="flat" w="19050">
            <a:solidFill>
              <a:srgbClr val="EFD9B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3619500" y="6016307"/>
            <a:ext cx="10699411" cy="1714500"/>
            <a:chOff x="0" y="0"/>
            <a:chExt cx="14265882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265881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265881">
                  <a:moveTo>
                    <a:pt x="466883" y="0"/>
                  </a:moveTo>
                  <a:lnTo>
                    <a:pt x="13798998" y="0"/>
                  </a:lnTo>
                  <a:cubicBezTo>
                    <a:pt x="14056851" y="0"/>
                    <a:pt x="14265881" y="102348"/>
                    <a:pt x="14265881" y="228600"/>
                  </a:cubicBezTo>
                  <a:lnTo>
                    <a:pt x="14265881" y="2057400"/>
                  </a:lnTo>
                  <a:cubicBezTo>
                    <a:pt x="14265881" y="2183652"/>
                    <a:pt x="14056851" y="2286000"/>
                    <a:pt x="13798998" y="2286000"/>
                  </a:cubicBezTo>
                  <a:lnTo>
                    <a:pt x="466883" y="2286000"/>
                  </a:lnTo>
                  <a:cubicBezTo>
                    <a:pt x="209031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209031" y="0"/>
                    <a:pt x="466883" y="0"/>
                  </a:cubicBezTo>
                  <a:close/>
                </a:path>
              </a:pathLst>
            </a:custGeom>
            <a:solidFill>
              <a:srgbClr val="FFF9EC"/>
            </a:solidFill>
            <a:ln w="85725" cap="sq">
              <a:solidFill>
                <a:srgbClr val="EFD9BD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265882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19500" y="8090885"/>
            <a:ext cx="10699411" cy="1714500"/>
            <a:chOff x="0" y="0"/>
            <a:chExt cx="14265882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65881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265881">
                  <a:moveTo>
                    <a:pt x="466883" y="0"/>
                  </a:moveTo>
                  <a:lnTo>
                    <a:pt x="13798998" y="0"/>
                  </a:lnTo>
                  <a:cubicBezTo>
                    <a:pt x="14056851" y="0"/>
                    <a:pt x="14265881" y="102348"/>
                    <a:pt x="14265881" y="228600"/>
                  </a:cubicBezTo>
                  <a:lnTo>
                    <a:pt x="14265881" y="2057400"/>
                  </a:lnTo>
                  <a:cubicBezTo>
                    <a:pt x="14265881" y="2183652"/>
                    <a:pt x="14056851" y="2286000"/>
                    <a:pt x="13798998" y="2286000"/>
                  </a:cubicBezTo>
                  <a:lnTo>
                    <a:pt x="466883" y="2286000"/>
                  </a:lnTo>
                  <a:cubicBezTo>
                    <a:pt x="209031" y="2286000"/>
                    <a:pt x="0" y="2183652"/>
                    <a:pt x="0" y="2057400"/>
                  </a:cubicBezTo>
                  <a:lnTo>
                    <a:pt x="0" y="228600"/>
                  </a:lnTo>
                  <a:cubicBezTo>
                    <a:pt x="0" y="102348"/>
                    <a:pt x="209031" y="0"/>
                    <a:pt x="466883" y="0"/>
                  </a:cubicBezTo>
                  <a:close/>
                </a:path>
              </a:pathLst>
            </a:custGeom>
            <a:solidFill>
              <a:srgbClr val="FFF9EC"/>
            </a:solidFill>
            <a:ln w="85725" cap="sq">
              <a:solidFill>
                <a:srgbClr val="EFD9BD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265882" cy="232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765414" y="2028655"/>
            <a:ext cx="1330178" cy="1330178"/>
          </a:xfrm>
          <a:custGeom>
            <a:avLst/>
            <a:gdLst/>
            <a:ahLst/>
            <a:cxnLst/>
            <a:rect r="r" b="b" t="t" l="l"/>
            <a:pathLst>
              <a:path h="1330178" w="1330178">
                <a:moveTo>
                  <a:pt x="0" y="0"/>
                </a:moveTo>
                <a:lnTo>
                  <a:pt x="1330177" y="0"/>
                </a:lnTo>
                <a:lnTo>
                  <a:pt x="1330177" y="1330177"/>
                </a:lnTo>
                <a:lnTo>
                  <a:pt x="0" y="13301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9" id="19"/>
          <p:cNvSpPr/>
          <p:nvPr/>
        </p:nvSpPr>
        <p:spPr>
          <a:xfrm>
            <a:off x="5174694" y="6206807"/>
            <a:ext cx="0" cy="1333500"/>
          </a:xfrm>
          <a:prstGeom prst="line">
            <a:avLst/>
          </a:prstGeom>
          <a:ln cap="flat" w="19050">
            <a:solidFill>
              <a:srgbClr val="EFD9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5184219" y="8302307"/>
            <a:ext cx="0" cy="1333500"/>
          </a:xfrm>
          <a:prstGeom prst="line">
            <a:avLst/>
          </a:prstGeom>
          <a:ln cap="flat" w="19050">
            <a:solidFill>
              <a:srgbClr val="EFD9B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3768736" y="4111307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3765414" y="6196346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768736" y="8260451"/>
            <a:ext cx="1333500" cy="1333500"/>
          </a:xfrm>
          <a:custGeom>
            <a:avLst/>
            <a:gdLst/>
            <a:ahLst/>
            <a:cxnLst/>
            <a:rect r="r" b="b" t="t" l="l"/>
            <a:pathLst>
              <a:path h="1333500" w="1333500">
                <a:moveTo>
                  <a:pt x="0" y="0"/>
                </a:moveTo>
                <a:lnTo>
                  <a:pt x="1333500" y="0"/>
                </a:lnTo>
                <a:lnTo>
                  <a:pt x="13335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89473" y="411730"/>
            <a:ext cx="1043441" cy="1117144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5472263" y="2361936"/>
            <a:ext cx="53082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5A3E1B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472263" y="4457436"/>
            <a:ext cx="530826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5A3E1B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77089" y="8648436"/>
            <a:ext cx="55978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5A3E1B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481110" y="6552936"/>
            <a:ext cx="56621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5A3E1B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03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90133" y="476501"/>
            <a:ext cx="19050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trike="noStrike" u="none">
                <a:solidFill>
                  <a:srgbClr val="5A3E1B"/>
                </a:solidFill>
                <a:latin typeface="TT Commons Pro"/>
                <a:ea typeface="TT Commons Pro"/>
                <a:cs typeface="TT Commons Pro"/>
                <a:sym typeface="TT Commons Pro"/>
              </a:rPr>
              <a:t>목차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967214" y="411730"/>
            <a:ext cx="1043441" cy="11171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DAHNdzoZErg</dc:identifier>
  <dcterms:modified xsi:type="dcterms:W3CDTF">2011-08-01T06:04:30Z</dcterms:modified>
  <cp:revision>1</cp:revision>
  <dc:title>2번째 이미지 아이콘·그래픽 구성</dc:title>
</cp:coreProperties>
</file>